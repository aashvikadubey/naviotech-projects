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Cybersecurity Projects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Cybersecurity Risk Assessment &amp; Zero Trust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1: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 a cybersecurity risk assessment framework for SMEs to identify risks and propose mitigation strategies.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Risks Identified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Phishing &amp; BEC</a:t>
            </a:r>
          </a:p>
          <a:p>
            <a:r>
              <a:t>• Ransomware</a:t>
            </a:r>
          </a:p>
          <a:p>
            <a:r>
              <a:t>• Insider Threats</a:t>
            </a:r>
          </a:p>
          <a:p>
            <a:r>
              <a:t>• Weak Passwords</a:t>
            </a:r>
          </a:p>
          <a:p>
            <a:r>
              <a:t>• Unpatched Software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Assessment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Based on NIST Framework:</a:t>
            </a:r>
          </a:p>
          <a:p>
            <a:r>
              <a:t>• Identify</a:t>
            </a:r>
          </a:p>
          <a:p>
            <a:r>
              <a:t>• Protect</a:t>
            </a:r>
          </a:p>
          <a:p>
            <a:r>
              <a:t>• Detect</a:t>
            </a:r>
          </a:p>
          <a:p>
            <a:r>
              <a:t>• Respond</a:t>
            </a:r>
          </a:p>
          <a:p>
            <a:r>
              <a:t>• Recover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Calculation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Risk Score = Likelihood × Impact</a:t>
            </a:r>
          </a:p>
          <a:p>
            <a:r>
              <a:t>High risks: Phishing &amp; Ransomware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 (Project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SMEs highly vulnerable</a:t>
            </a:r>
          </a:p>
          <a:p>
            <a:r>
              <a:t>• Most attacks exploit simple weaknesses</a:t>
            </a:r>
          </a:p>
          <a:p>
            <a:r>
              <a:t>• MFA &amp; training are critical</a:t>
            </a:r>
          </a:p>
          <a:p>
            <a:r>
              <a:t>• Ransomware &amp; phishing are top threats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Mitigation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Enable MFA</a:t>
            </a:r>
          </a:p>
          <a:p>
            <a:r>
              <a:t>• Regular backups (3-2-1 rule)</a:t>
            </a:r>
          </a:p>
          <a:p>
            <a:r>
              <a:t>• Employee training</a:t>
            </a:r>
          </a:p>
          <a:p>
            <a:r>
              <a:t>• Patch management</a:t>
            </a:r>
          </a:p>
          <a:p>
            <a:r>
              <a:t>• Least privilege access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2: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Implement Zero Trust Architecture using IAM, MFA, RBAC, and micro-segmentation.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Zero Trust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Never Trust, Always Verify</a:t>
            </a:r>
          </a:p>
          <a:p>
            <a:r>
              <a:t>• Least Privilege Access</a:t>
            </a:r>
          </a:p>
          <a:p>
            <a:r>
              <a:t>• Assume Breach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MFA Authentication</a:t>
            </a:r>
          </a:p>
          <a:p>
            <a:r>
              <a:t>• RBAC Authorization</a:t>
            </a:r>
          </a:p>
          <a:p>
            <a:r>
              <a:t>• IAM Systems</a:t>
            </a:r>
          </a:p>
          <a:p>
            <a:r>
              <a:t>• Network Segmentation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Layers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Identity &amp; Access</a:t>
            </a:r>
          </a:p>
          <a:p>
            <a:r>
              <a:t>• Device Security</a:t>
            </a:r>
          </a:p>
          <a:p>
            <a:r>
              <a:t>• Network Segmentation</a:t>
            </a:r>
          </a:p>
          <a:p>
            <a:r>
              <a:t>• Application Security</a:t>
            </a:r>
          </a:p>
          <a:p>
            <a:r>
              <a:t>• Data Protection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Privilege Escalation: Blocked</a:t>
            </a:r>
          </a:p>
          <a:p>
            <a:r>
              <a:t>• MFA Bypass: Blocked</a:t>
            </a:r>
          </a:p>
          <a:p>
            <a:r>
              <a:t>• Lateral Movement: Blocked</a:t>
            </a:r>
          </a:p>
          <a:p>
            <a:r>
              <a:t>• Data Exfiltration: Alerted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 (Project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Zero Trust prevents most attacks</a:t>
            </a:r>
          </a:p>
          <a:p>
            <a:r>
              <a:t>• MFA + RBAC is highly effective</a:t>
            </a:r>
          </a:p>
          <a:p>
            <a:r>
              <a:t>• Segmentation stops lateral movement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Improvements Suggested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Behavioral monitoring (UEBA)</a:t>
            </a:r>
          </a:p>
          <a:p>
            <a:r>
              <a:t>• Device posture checks</a:t>
            </a:r>
          </a:p>
          <a:p>
            <a:r>
              <a:t>• Automated response (SOAR)</a:t>
            </a:r>
          </a:p>
          <a:p>
            <a:r>
              <a:t>• Secrets management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Combining Risk Assessment with Zero Trust provides strong, layered cybersecurity for SMEs and enterprises.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